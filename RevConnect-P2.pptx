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77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16" autoAdjust="0"/>
    <p:restoredTop sz="94660"/>
  </p:normalViewPr>
  <p:slideViewPr>
    <p:cSldViewPr snapToGrid="0" snapToObjects="1">
      <p:cViewPr>
        <p:scale>
          <a:sx n="66" d="100"/>
          <a:sy n="66" d="100"/>
        </p:scale>
        <p:origin x="1431" y="4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659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005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966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793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66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621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130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708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26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16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135996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3039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833829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6053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5252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535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737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</a:t>
            </a:r>
            <a:r>
              <a:rPr dirty="0" err="1"/>
              <a:t>RevConnect</a:t>
            </a:r>
            <a:r>
              <a:rPr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427619"/>
            <a:ext cx="6347714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dirty="0"/>
          </a:p>
          <a:p>
            <a:pPr lvl="1"/>
            <a:r>
              <a:rPr dirty="0"/>
              <a:t>Full Stack Monolithic Web Application</a:t>
            </a:r>
          </a:p>
          <a:p>
            <a:pPr lvl="1"/>
            <a:r>
              <a:rPr dirty="0"/>
              <a:t>Technologies: Java, Spring Boot, SQL, Maven, Angular, Git, JUnit4, Log4J</a:t>
            </a:r>
          </a:p>
          <a:p>
            <a:pPr lvl="1"/>
            <a:r>
              <a:rPr dirty="0"/>
              <a:t>Team-Based Modular Development Approach</a:t>
            </a:r>
            <a:endParaRPr lang="en-IN" dirty="0"/>
          </a:p>
          <a:p>
            <a:pPr lvl="1"/>
            <a:endParaRPr lang="en-IN" dirty="0"/>
          </a:p>
          <a:p>
            <a:pPr marL="457200" lvl="1" indent="0">
              <a:buNone/>
            </a:pPr>
            <a:r>
              <a:rPr lang="en-IN" sz="1100" dirty="0"/>
              <a:t>                                                                       </a:t>
            </a:r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Vision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To build a scalable, secure and role-based social media </a:t>
            </a:r>
            <a:r>
              <a:rPr lang="en-IN" dirty="0"/>
              <a:t>                  platform  </a:t>
            </a:r>
          </a:p>
          <a:p>
            <a:pPr marL="0" indent="0">
              <a:buNone/>
            </a:pPr>
            <a:endParaRPr sz="1600" dirty="0"/>
          </a:p>
          <a:p>
            <a:pPr lvl="1"/>
            <a:r>
              <a:rPr dirty="0"/>
              <a:t>Supports Personal Users, Creators, and Business Accounts</a:t>
            </a:r>
          </a:p>
          <a:p>
            <a:pPr lvl="1"/>
            <a:r>
              <a:rPr dirty="0"/>
              <a:t>Implements real-time notifications and personalized feeds</a:t>
            </a:r>
          </a:p>
          <a:p>
            <a:pPr lvl="1"/>
            <a:r>
              <a:rPr dirty="0"/>
              <a:t>Ensures secure authentication using JWT and Spring Security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System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746933"/>
            <a:ext cx="6347714" cy="3880773"/>
          </a:xfrm>
        </p:spPr>
        <p:txBody>
          <a:bodyPr/>
          <a:lstStyle/>
          <a:p>
            <a:pPr marL="0" indent="0">
              <a:buNone/>
            </a:pPr>
            <a:endParaRPr b="1" dirty="0"/>
          </a:p>
          <a:p>
            <a:pPr lvl="1"/>
            <a:r>
              <a:rPr dirty="0"/>
              <a:t>Angular </a:t>
            </a:r>
            <a:r>
              <a:rPr b="1" dirty="0"/>
              <a:t>Frontend</a:t>
            </a:r>
            <a:r>
              <a:rPr dirty="0"/>
              <a:t> (Component-Based Architecture)</a:t>
            </a:r>
            <a:endParaRPr lang="en-IN" dirty="0"/>
          </a:p>
          <a:p>
            <a:pPr lvl="1"/>
            <a:r>
              <a:rPr lang="en-IN" dirty="0"/>
              <a:t>Monolithic Spring Boot </a:t>
            </a:r>
            <a:r>
              <a:rPr lang="en-IN" b="1" dirty="0"/>
              <a:t>Backend</a:t>
            </a:r>
            <a:endParaRPr dirty="0"/>
          </a:p>
          <a:p>
            <a:pPr lvl="1"/>
            <a:r>
              <a:rPr dirty="0"/>
              <a:t>RESTful API Communication (JSON)</a:t>
            </a:r>
            <a:endParaRPr lang="en-IN" dirty="0"/>
          </a:p>
          <a:p>
            <a:pPr lvl="1"/>
            <a:r>
              <a:rPr lang="en-US" dirty="0"/>
              <a:t>Controller Layer → Handles API requests</a:t>
            </a:r>
          </a:p>
          <a:p>
            <a:pPr lvl="1"/>
            <a:r>
              <a:rPr lang="en-IN" dirty="0"/>
              <a:t>Service Layer → Contains business logic</a:t>
            </a:r>
          </a:p>
          <a:p>
            <a:pPr lvl="1"/>
            <a:r>
              <a:rPr lang="en-IN" dirty="0"/>
              <a:t>Repository Layer → Handles database interaction</a:t>
            </a:r>
            <a:endParaRPr dirty="0"/>
          </a:p>
          <a:p>
            <a:pPr lvl="1"/>
            <a:r>
              <a:rPr dirty="0"/>
              <a:t>JWT-based Authentication</a:t>
            </a:r>
          </a:p>
          <a:p>
            <a:pPr lvl="1"/>
            <a:r>
              <a:rPr dirty="0"/>
              <a:t>SQL Database with JPA/Hibernate 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870305"/>
            <a:ext cx="6347714" cy="3880773"/>
          </a:xfrm>
        </p:spPr>
        <p:txBody>
          <a:bodyPr/>
          <a:lstStyle/>
          <a:p>
            <a:pPr marL="0" indent="0">
              <a:buNone/>
            </a:pPr>
            <a:r>
              <a:rPr b="1" dirty="0"/>
              <a:t>Backend: Java 17, Spring Boot, Spring Security, JPA, Hibernate</a:t>
            </a:r>
            <a:endParaRPr lang="en-IN" b="1" dirty="0"/>
          </a:p>
          <a:p>
            <a:pPr marL="0" indent="0">
              <a:buNone/>
            </a:pPr>
            <a:endParaRPr b="1" dirty="0"/>
          </a:p>
          <a:p>
            <a:pPr lvl="1"/>
            <a:r>
              <a:rPr dirty="0"/>
              <a:t>Frontend: Angular, TypeScript, HTML5, CSS3</a:t>
            </a:r>
          </a:p>
          <a:p>
            <a:pPr lvl="1"/>
            <a:r>
              <a:rPr dirty="0"/>
              <a:t>Database: MySQL</a:t>
            </a:r>
          </a:p>
          <a:p>
            <a:pPr lvl="1"/>
            <a:r>
              <a:rPr dirty="0"/>
              <a:t>Build Tool: Maven</a:t>
            </a:r>
          </a:p>
          <a:p>
            <a:pPr lvl="1"/>
            <a:r>
              <a:rPr dirty="0"/>
              <a:t>Testing: JUnit4</a:t>
            </a:r>
          </a:p>
          <a:p>
            <a:pPr lvl="1"/>
            <a:r>
              <a:rPr dirty="0"/>
              <a:t>Logging: Log4J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&amp; ERD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Core Entities: User, Role, Post, Comment, Connection, Notification</a:t>
            </a:r>
            <a:endParaRPr lang="en-IN" b="1" dirty="0"/>
          </a:p>
          <a:p>
            <a:pPr marL="0" indent="0">
              <a:buNone/>
            </a:pPr>
            <a:endParaRPr b="1" dirty="0"/>
          </a:p>
          <a:p>
            <a:pPr lvl="1"/>
            <a:r>
              <a:rPr dirty="0"/>
              <a:t>Business Entities: </a:t>
            </a:r>
            <a:r>
              <a:rPr dirty="0" err="1"/>
              <a:t>BusinessAnalytics</a:t>
            </a:r>
            <a:r>
              <a:rPr dirty="0"/>
              <a:t>, </a:t>
            </a:r>
            <a:r>
              <a:rPr dirty="0" err="1"/>
              <a:t>ProfileView</a:t>
            </a:r>
            <a:r>
              <a:rPr dirty="0"/>
              <a:t>, </a:t>
            </a:r>
            <a:r>
              <a:rPr dirty="0" err="1"/>
              <a:t>PostView</a:t>
            </a:r>
            <a:endParaRPr dirty="0"/>
          </a:p>
          <a:p>
            <a:pPr lvl="1"/>
            <a:r>
              <a:rPr dirty="0"/>
              <a:t>Relationship Mapping:</a:t>
            </a:r>
          </a:p>
          <a:p>
            <a:pPr lvl="1"/>
            <a:r>
              <a:rPr dirty="0"/>
              <a:t>One-to-Many (User-Post, Post-Comment)</a:t>
            </a:r>
          </a:p>
          <a:p>
            <a:pPr lvl="1"/>
            <a:r>
              <a:rPr dirty="0"/>
              <a:t>Many-to-Many (User-Connections)</a:t>
            </a:r>
          </a:p>
          <a:p>
            <a:pPr lvl="1"/>
            <a:r>
              <a:rPr dirty="0"/>
              <a:t>Enum Types: Role, </a:t>
            </a:r>
            <a:r>
              <a:rPr dirty="0" err="1"/>
              <a:t>NotificationType</a:t>
            </a:r>
            <a:r>
              <a:rPr dirty="0"/>
              <a:t>, </a:t>
            </a:r>
            <a:r>
              <a:rPr dirty="0" err="1"/>
              <a:t>SecurityQuestion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33D2B-33E5-5ECD-5904-6866E6BA1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C6CEEF-9F50-3491-954B-1124E07129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775" y="1488281"/>
            <a:ext cx="6267835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944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228" y="609600"/>
            <a:ext cx="7358744" cy="1320800"/>
          </a:xfrm>
        </p:spPr>
        <p:txBody>
          <a:bodyPr/>
          <a:lstStyle/>
          <a:p>
            <a:r>
              <a:rPr dirty="0"/>
              <a:t>Module 1: Login</a:t>
            </a:r>
            <a:r>
              <a:rPr lang="en-IN" dirty="0"/>
              <a:t> &amp; </a:t>
            </a:r>
            <a:r>
              <a:rPr dirty="0"/>
              <a:t>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User Registration (Personal/Creator/Business)</a:t>
            </a:r>
            <a:endParaRPr lang="en-IN" dirty="0"/>
          </a:p>
          <a:p>
            <a:pPr marL="0" indent="0">
              <a:buNone/>
            </a:pPr>
            <a:endParaRPr dirty="0"/>
          </a:p>
          <a:p>
            <a:pPr lvl="1"/>
            <a:r>
              <a:rPr dirty="0"/>
              <a:t>Secure Password Storage using Encryption</a:t>
            </a:r>
          </a:p>
          <a:p>
            <a:pPr lvl="1"/>
            <a:r>
              <a:rPr dirty="0"/>
              <a:t>JWT Token Generation on Login</a:t>
            </a:r>
          </a:p>
          <a:p>
            <a:pPr lvl="1"/>
            <a:r>
              <a:rPr dirty="0"/>
              <a:t>Spring Security Filter Chain with </a:t>
            </a:r>
            <a:r>
              <a:rPr dirty="0" err="1"/>
              <a:t>JwtFilter</a:t>
            </a:r>
            <a:endParaRPr dirty="0"/>
          </a:p>
          <a:p>
            <a:pPr lvl="1"/>
            <a:r>
              <a:rPr dirty="0"/>
              <a:t>Role-Based Access Control (RBAC)</a:t>
            </a:r>
          </a:p>
          <a:p>
            <a:pPr lvl="1"/>
            <a:r>
              <a:rPr dirty="0" err="1"/>
              <a:t>SecurityConfig</a:t>
            </a:r>
            <a:r>
              <a:rPr dirty="0"/>
              <a:t> for Endpoint Protection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Authentication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User submits credentials → </a:t>
            </a:r>
            <a:r>
              <a:rPr b="1" dirty="0" err="1"/>
              <a:t>AuthController</a:t>
            </a:r>
            <a:endParaRPr lang="en-IN" b="1" dirty="0"/>
          </a:p>
          <a:p>
            <a:pPr marL="0" indent="0">
              <a:buNone/>
            </a:pPr>
            <a:endParaRPr dirty="0"/>
          </a:p>
          <a:p>
            <a:pPr lvl="1"/>
            <a:r>
              <a:rPr dirty="0" err="1"/>
              <a:t>AuthService</a:t>
            </a:r>
            <a:r>
              <a:rPr dirty="0"/>
              <a:t> validates credentials</a:t>
            </a:r>
          </a:p>
          <a:p>
            <a:pPr lvl="1"/>
            <a:r>
              <a:rPr dirty="0" err="1"/>
              <a:t>CustomUserDetailsService</a:t>
            </a:r>
            <a:r>
              <a:rPr dirty="0"/>
              <a:t> loads user</a:t>
            </a:r>
          </a:p>
          <a:p>
            <a:pPr lvl="1"/>
            <a:r>
              <a:rPr dirty="0"/>
              <a:t>JWT token generated via </a:t>
            </a:r>
            <a:r>
              <a:rPr dirty="0" err="1"/>
              <a:t>JwtUtil</a:t>
            </a:r>
            <a:endParaRPr dirty="0"/>
          </a:p>
          <a:p>
            <a:pPr lvl="1"/>
            <a:r>
              <a:rPr dirty="0"/>
              <a:t>Token returned in </a:t>
            </a:r>
            <a:r>
              <a:rPr dirty="0" err="1"/>
              <a:t>AuthResponse</a:t>
            </a:r>
            <a:endParaRPr dirty="0"/>
          </a:p>
          <a:p>
            <a:pPr lvl="1"/>
            <a:r>
              <a:rPr dirty="0" err="1"/>
              <a:t>JwtFilter</a:t>
            </a:r>
            <a:r>
              <a:rPr dirty="0"/>
              <a:t> validates token for every secured request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2: Post &amp; Feed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Create, Edit, Delete Posts</a:t>
            </a:r>
            <a:endParaRPr lang="en-IN" b="1" dirty="0"/>
          </a:p>
          <a:p>
            <a:pPr marL="0" indent="0">
              <a:buNone/>
            </a:pPr>
            <a:endParaRPr b="1" dirty="0"/>
          </a:p>
          <a:p>
            <a:pPr lvl="1"/>
            <a:r>
              <a:rPr dirty="0"/>
              <a:t>Hashtag Support for Discovery</a:t>
            </a:r>
          </a:p>
          <a:p>
            <a:pPr lvl="1"/>
            <a:r>
              <a:rPr dirty="0"/>
              <a:t>Personalized Feed Generation</a:t>
            </a:r>
          </a:p>
          <a:p>
            <a:pPr lvl="1"/>
            <a:r>
              <a:rPr dirty="0"/>
              <a:t>Trending Post Calculation</a:t>
            </a:r>
          </a:p>
          <a:p>
            <a:pPr lvl="1"/>
            <a:r>
              <a:rPr dirty="0" err="1"/>
              <a:t>PostView</a:t>
            </a:r>
            <a:r>
              <a:rPr dirty="0"/>
              <a:t> Tracking for Reach Analytics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Feed Personalization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6684" y="1754190"/>
            <a:ext cx="6347714" cy="3880773"/>
          </a:xfrm>
        </p:spPr>
        <p:txBody>
          <a:bodyPr/>
          <a:lstStyle/>
          <a:p>
            <a:pPr marL="0" indent="0">
              <a:buNone/>
            </a:pPr>
            <a:r>
              <a:rPr b="1" dirty="0"/>
              <a:t>Fetch posts from connections</a:t>
            </a:r>
            <a:endParaRPr lang="en-IN" b="1" dirty="0"/>
          </a:p>
          <a:p>
            <a:pPr marL="0" indent="0">
              <a:buNone/>
            </a:pPr>
            <a:endParaRPr dirty="0"/>
          </a:p>
          <a:p>
            <a:pPr lvl="1"/>
            <a:r>
              <a:rPr dirty="0"/>
              <a:t>Fetch posts from followed accounts</a:t>
            </a:r>
          </a:p>
          <a:p>
            <a:pPr lvl="1"/>
            <a:r>
              <a:rPr dirty="0"/>
              <a:t>Include user’s own posts</a:t>
            </a:r>
          </a:p>
          <a:p>
            <a:pPr lvl="1"/>
            <a:r>
              <a:rPr dirty="0"/>
              <a:t>Sort by timestamp (latest first)</a:t>
            </a:r>
          </a:p>
          <a:p>
            <a:pPr lvl="1"/>
            <a:r>
              <a:rPr dirty="0"/>
              <a:t>Filter by post type or user role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74476"/>
            <a:ext cx="7990115" cy="1320800"/>
          </a:xfrm>
        </p:spPr>
        <p:txBody>
          <a:bodyPr/>
          <a:lstStyle/>
          <a:p>
            <a:r>
              <a:rPr dirty="0"/>
              <a:t>Module 3: Connection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485" y="2109790"/>
            <a:ext cx="6347714" cy="3880773"/>
          </a:xfrm>
        </p:spPr>
        <p:txBody>
          <a:bodyPr/>
          <a:lstStyle/>
          <a:p>
            <a:pPr marL="0" indent="0">
              <a:buNone/>
            </a:pPr>
            <a:r>
              <a:rPr b="1" dirty="0"/>
              <a:t>Send Connection Requests</a:t>
            </a:r>
            <a:endParaRPr lang="en-IN" b="1" dirty="0"/>
          </a:p>
          <a:p>
            <a:pPr marL="0" indent="0">
              <a:buNone/>
            </a:pPr>
            <a:endParaRPr dirty="0"/>
          </a:p>
          <a:p>
            <a:pPr lvl="1"/>
            <a:r>
              <a:rPr dirty="0"/>
              <a:t>Accept/Reject Requests</a:t>
            </a:r>
          </a:p>
          <a:p>
            <a:pPr lvl="1"/>
            <a:r>
              <a:rPr dirty="0"/>
              <a:t>View Pending Requests (Sent/Received)</a:t>
            </a:r>
          </a:p>
          <a:p>
            <a:pPr lvl="1"/>
            <a:r>
              <a:rPr dirty="0"/>
              <a:t>Maintain Connection List</a:t>
            </a:r>
          </a:p>
          <a:p>
            <a:pPr lvl="1"/>
            <a:r>
              <a:rPr dirty="0"/>
              <a:t>Follow/Unfollow Business &amp; Creators</a:t>
            </a:r>
          </a:p>
          <a:p>
            <a:pPr lvl="1"/>
            <a:r>
              <a:rPr dirty="0" err="1"/>
              <a:t>ConnectionRepository</a:t>
            </a:r>
            <a:r>
              <a:rPr dirty="0"/>
              <a:t> &amp; </a:t>
            </a:r>
            <a:r>
              <a:rPr dirty="0" err="1"/>
              <a:t>ConnectionService</a:t>
            </a:r>
            <a:r>
              <a:rPr dirty="0"/>
              <a:t> Implementation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Connection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0456" y="1173620"/>
            <a:ext cx="6347714" cy="364512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dirty="0"/>
          </a:p>
          <a:p>
            <a:pPr lvl="1"/>
            <a:r>
              <a:rPr lang="en-IN" dirty="0"/>
              <a:t>User A sends request → status: PENDING</a:t>
            </a:r>
          </a:p>
          <a:p>
            <a:pPr lvl="1"/>
            <a:r>
              <a:rPr dirty="0"/>
              <a:t>User B accepts → status: ACCEPTED</a:t>
            </a:r>
          </a:p>
          <a:p>
            <a:pPr lvl="1"/>
            <a:r>
              <a:rPr dirty="0"/>
              <a:t>Mutual relationship stored in database</a:t>
            </a:r>
          </a:p>
          <a:p>
            <a:pPr lvl="1"/>
            <a:r>
              <a:rPr dirty="0"/>
              <a:t>Notifications triggered on request and acceptance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4: Notification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Event-driven notification creation</a:t>
            </a:r>
            <a:endParaRPr lang="en-IN" b="1" dirty="0"/>
          </a:p>
          <a:p>
            <a:pPr marL="0" indent="0">
              <a:buNone/>
            </a:pPr>
            <a:endParaRPr dirty="0"/>
          </a:p>
          <a:p>
            <a:pPr lvl="1"/>
            <a:r>
              <a:rPr dirty="0"/>
              <a:t>Types: Connection, Like, Comment, Follow, Share</a:t>
            </a:r>
          </a:p>
          <a:p>
            <a:pPr lvl="1"/>
            <a:r>
              <a:rPr dirty="0"/>
              <a:t>Unread Notification Count</a:t>
            </a:r>
          </a:p>
          <a:p>
            <a:pPr lvl="1"/>
            <a:r>
              <a:rPr dirty="0"/>
              <a:t>Mark as Read Feature</a:t>
            </a:r>
          </a:p>
          <a:p>
            <a:pPr lvl="1"/>
            <a:r>
              <a:rPr dirty="0"/>
              <a:t>Notification Preferences Control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Notification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270000"/>
            <a:ext cx="6347714" cy="3880773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lvl="1"/>
            <a:r>
              <a:rPr lang="en-US" dirty="0"/>
              <a:t> Notification Entity stores event details</a:t>
            </a:r>
            <a:endParaRPr lang="en-IN" dirty="0"/>
          </a:p>
          <a:p>
            <a:pPr lvl="1"/>
            <a:r>
              <a:rPr dirty="0" err="1"/>
              <a:t>NotificationRepository</a:t>
            </a:r>
            <a:r>
              <a:rPr dirty="0"/>
              <a:t> for persistence</a:t>
            </a:r>
          </a:p>
          <a:p>
            <a:pPr lvl="1"/>
            <a:r>
              <a:rPr dirty="0" err="1"/>
              <a:t>NotificationService</a:t>
            </a:r>
            <a:r>
              <a:rPr dirty="0"/>
              <a:t> handles business logic</a:t>
            </a:r>
          </a:p>
          <a:p>
            <a:pPr lvl="1"/>
            <a:r>
              <a:rPr dirty="0" err="1"/>
              <a:t>NotificationController</a:t>
            </a:r>
            <a:r>
              <a:rPr dirty="0"/>
              <a:t> exposes REST APIs</a:t>
            </a:r>
          </a:p>
          <a:p>
            <a:pPr lvl="1"/>
            <a:r>
              <a:rPr dirty="0"/>
              <a:t>Real-time UI updates on frontend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5: Business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Post Analytics: Likes, Comments, Shares, Reach</a:t>
            </a:r>
            <a:endParaRPr lang="en-IN" dirty="0"/>
          </a:p>
          <a:p>
            <a:pPr marL="0" indent="0">
              <a:buNone/>
            </a:pPr>
            <a:endParaRPr dirty="0"/>
          </a:p>
          <a:p>
            <a:pPr lvl="1"/>
            <a:r>
              <a:rPr dirty="0"/>
              <a:t>Follower Growth Tracking</a:t>
            </a:r>
          </a:p>
          <a:p>
            <a:pPr lvl="1"/>
            <a:r>
              <a:rPr dirty="0"/>
              <a:t>Engagement Metrics (Weekly/Monthly)</a:t>
            </a:r>
          </a:p>
          <a:p>
            <a:pPr lvl="1"/>
            <a:r>
              <a:rPr dirty="0"/>
              <a:t>Demographics Data Representation</a:t>
            </a:r>
          </a:p>
          <a:p>
            <a:pPr lvl="1"/>
            <a:r>
              <a:rPr dirty="0" err="1"/>
              <a:t>BusinessAnalyticsService</a:t>
            </a:r>
            <a:r>
              <a:rPr dirty="0"/>
              <a:t> &amp; DTO Implementation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Calculation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Aggregate counts from Post, Comment, </a:t>
            </a:r>
            <a:r>
              <a:rPr dirty="0" err="1"/>
              <a:t>PostView</a:t>
            </a:r>
            <a:endParaRPr lang="en-IN" dirty="0"/>
          </a:p>
          <a:p>
            <a:pPr marL="0" indent="0">
              <a:buNone/>
            </a:pPr>
            <a:endParaRPr dirty="0"/>
          </a:p>
          <a:p>
            <a:pPr lvl="1"/>
            <a:r>
              <a:rPr dirty="0"/>
              <a:t>Calculate engagement rate = (</a:t>
            </a:r>
            <a:r>
              <a:rPr dirty="0" err="1"/>
              <a:t>Likes+Comments+Shares</a:t>
            </a:r>
            <a:r>
              <a:rPr dirty="0"/>
              <a:t>)/Reach</a:t>
            </a:r>
          </a:p>
          <a:p>
            <a:pPr lvl="1"/>
            <a:r>
              <a:rPr dirty="0"/>
              <a:t>Store weekly engagement snapshots</a:t>
            </a:r>
          </a:p>
          <a:p>
            <a:pPr lvl="1"/>
            <a:r>
              <a:rPr dirty="0"/>
              <a:t>Expose analytics via </a:t>
            </a:r>
            <a:r>
              <a:rPr dirty="0" err="1"/>
              <a:t>AnalyticsController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Security &amp; Data Protection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IN" dirty="0"/>
          </a:p>
          <a:p>
            <a:pPr lvl="1"/>
            <a:r>
              <a:rPr lang="en-IN" dirty="0"/>
              <a:t>JWT Token Expiration &amp; Validation</a:t>
            </a:r>
          </a:p>
          <a:p>
            <a:pPr lvl="1"/>
            <a:r>
              <a:rPr dirty="0"/>
              <a:t>Role-based endpoint authorization</a:t>
            </a:r>
          </a:p>
          <a:p>
            <a:pPr lvl="1"/>
            <a:r>
              <a:rPr dirty="0"/>
              <a:t>Exception Handling using Global Exception Handler</a:t>
            </a:r>
          </a:p>
          <a:p>
            <a:pPr lvl="1"/>
            <a:r>
              <a:rPr dirty="0"/>
              <a:t>Input validation for all DTOs</a:t>
            </a:r>
          </a:p>
          <a:p>
            <a:pPr lvl="1"/>
            <a:r>
              <a:rPr dirty="0"/>
              <a:t>Secure password hashing mechanism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713" y="1667104"/>
            <a:ext cx="6347714" cy="3880773"/>
          </a:xfrm>
        </p:spPr>
        <p:txBody>
          <a:bodyPr/>
          <a:lstStyle/>
          <a:p>
            <a:pPr marL="0" indent="0">
              <a:buNone/>
            </a:pPr>
            <a:r>
              <a:rPr b="1" dirty="0"/>
              <a:t>Unit Testing with JUnit4</a:t>
            </a:r>
            <a:endParaRPr lang="en-IN" b="1" dirty="0"/>
          </a:p>
          <a:p>
            <a:pPr marL="0" indent="0">
              <a:buNone/>
            </a:pPr>
            <a:endParaRPr dirty="0"/>
          </a:p>
          <a:p>
            <a:r>
              <a:rPr lang="en-US" dirty="0"/>
              <a:t>Service layer testing performed using JUnit</a:t>
            </a:r>
          </a:p>
          <a:p>
            <a:r>
              <a:rPr lang="en-US" dirty="0"/>
              <a:t>Business logic methods validated through unit tests</a:t>
            </a:r>
          </a:p>
          <a:p>
            <a:r>
              <a:rPr lang="en-US" dirty="0"/>
              <a:t>Controller layer APIs tested using Swagger</a:t>
            </a:r>
          </a:p>
          <a:p>
            <a:r>
              <a:rPr lang="en-US" dirty="0"/>
              <a:t>API request and response verified through Swagger UI</a:t>
            </a:r>
          </a:p>
          <a:p>
            <a:r>
              <a:rPr lang="en-US" dirty="0"/>
              <a:t>This ensures application stability, correctness, and easier debugging.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Logging &amp;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6684" y="1688875"/>
            <a:ext cx="6347714" cy="3880773"/>
          </a:xfrm>
        </p:spPr>
        <p:txBody>
          <a:bodyPr/>
          <a:lstStyle/>
          <a:p>
            <a:pPr marL="0" indent="0">
              <a:buNone/>
            </a:pPr>
            <a:r>
              <a:rPr b="1" dirty="0"/>
              <a:t>Log4J integration</a:t>
            </a:r>
            <a:endParaRPr lang="en-IN" b="1" dirty="0"/>
          </a:p>
          <a:p>
            <a:pPr marL="0" indent="0">
              <a:buNone/>
            </a:pPr>
            <a:endParaRPr dirty="0"/>
          </a:p>
          <a:p>
            <a:pPr lvl="1"/>
            <a:r>
              <a:rPr lang="en-US" dirty="0"/>
              <a:t>Logging implemented using Log4J</a:t>
            </a:r>
          </a:p>
          <a:p>
            <a:pPr lvl="1"/>
            <a:r>
              <a:rPr lang="en-US" dirty="0"/>
              <a:t>Application events and errors are properly logged</a:t>
            </a:r>
          </a:p>
          <a:p>
            <a:pPr lvl="1"/>
            <a:r>
              <a:rPr lang="en-IN" dirty="0"/>
              <a:t>Log levels: INFO, DEBUG, ERROR</a:t>
            </a:r>
            <a:endParaRPr dirty="0"/>
          </a:p>
          <a:p>
            <a:pPr lvl="1"/>
            <a:r>
              <a:rPr dirty="0"/>
              <a:t>Track authentication failures</a:t>
            </a:r>
          </a:p>
          <a:p>
            <a:pPr lvl="1"/>
            <a:r>
              <a:rPr dirty="0"/>
              <a:t>Monitor system events and API calls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170" y="609600"/>
            <a:ext cx="7627258" cy="1320800"/>
          </a:xfrm>
        </p:spPr>
        <p:txBody>
          <a:bodyPr/>
          <a:lstStyle/>
          <a:p>
            <a:r>
              <a:rPr dirty="0"/>
              <a:t>Definition of Done &amp;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2513" y="1667104"/>
            <a:ext cx="6347714" cy="388077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Fully Functional Web Application</a:t>
            </a:r>
            <a:endParaRPr lang="en-IN" dirty="0"/>
          </a:p>
          <a:p>
            <a:pPr marL="0" indent="0">
              <a:buNone/>
            </a:pPr>
            <a:endParaRPr dirty="0"/>
          </a:p>
          <a:p>
            <a:pPr lvl="1"/>
            <a:r>
              <a:rPr dirty="0"/>
              <a:t>Working Frontend-Backend Integration</a:t>
            </a:r>
          </a:p>
          <a:p>
            <a:pPr lvl="1"/>
            <a:r>
              <a:rPr dirty="0"/>
              <a:t>ERD Diagram</a:t>
            </a:r>
          </a:p>
          <a:p>
            <a:pPr lvl="1"/>
            <a:r>
              <a:rPr dirty="0"/>
              <a:t>Application Architecture Diagram</a:t>
            </a:r>
          </a:p>
          <a:p>
            <a:pPr lvl="1"/>
            <a:r>
              <a:rPr dirty="0"/>
              <a:t>GitHub Repository Submission</a:t>
            </a:r>
          </a:p>
          <a:p>
            <a:pPr lvl="1"/>
            <a:r>
              <a:rPr dirty="0"/>
              <a:t>README Documentation</a:t>
            </a:r>
          </a:p>
          <a:p>
            <a:pPr lvl="1"/>
            <a:r>
              <a:rPr dirty="0"/>
              <a:t>Test Cases and Artifacts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Microservices Architecture Migration</a:t>
            </a:r>
            <a:endParaRPr lang="en-IN" b="1" dirty="0"/>
          </a:p>
          <a:p>
            <a:pPr marL="0" indent="0">
              <a:buNone/>
            </a:pPr>
            <a:endParaRPr dirty="0"/>
          </a:p>
          <a:p>
            <a:pPr lvl="1"/>
            <a:r>
              <a:rPr dirty="0"/>
              <a:t>WebSocket Real-Time Notifications</a:t>
            </a:r>
          </a:p>
          <a:p>
            <a:pPr lvl="1"/>
            <a:r>
              <a:rPr dirty="0"/>
              <a:t>Cloud Deployment (AWS/Azure)</a:t>
            </a:r>
          </a:p>
          <a:p>
            <a:pPr lvl="1"/>
            <a:r>
              <a:rPr dirty="0"/>
              <a:t>AI-Based Content Recommendation</a:t>
            </a:r>
          </a:p>
          <a:p>
            <a:pPr lvl="1"/>
            <a:r>
              <a:rPr dirty="0"/>
              <a:t>Performance Optimization &amp; Caching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F0E2C-1692-9828-5E5B-FA7801922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8FB50-149D-111F-16DF-F41CD8CCE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171" y="1659847"/>
            <a:ext cx="6347714" cy="3880773"/>
          </a:xfrm>
        </p:spPr>
        <p:txBody>
          <a:bodyPr/>
          <a:lstStyle/>
          <a:p>
            <a:r>
              <a:rPr lang="en-IN" dirty="0" err="1"/>
              <a:t>RevConnect</a:t>
            </a:r>
            <a:r>
              <a:rPr lang="en-IN" dirty="0"/>
              <a:t> successfully demonstrates:</a:t>
            </a:r>
          </a:p>
          <a:p>
            <a:r>
              <a:rPr lang="en-IN" dirty="0"/>
              <a:t>A secure full-stack social media platform</a:t>
            </a:r>
          </a:p>
          <a:p>
            <a:r>
              <a:rPr lang="en-IN" dirty="0"/>
              <a:t>Proper layered architecture implementation</a:t>
            </a:r>
          </a:p>
          <a:p>
            <a:r>
              <a:rPr lang="en-IN" dirty="0"/>
              <a:t>JWT-based authentication and role-based authorization</a:t>
            </a:r>
          </a:p>
          <a:p>
            <a:r>
              <a:rPr lang="en-IN" dirty="0"/>
              <a:t>Service layer tested using JUnit</a:t>
            </a:r>
          </a:p>
          <a:p>
            <a:r>
              <a:rPr lang="en-IN" dirty="0"/>
              <a:t>API documentation and validation using Swagger</a:t>
            </a:r>
          </a:p>
          <a:p>
            <a:r>
              <a:rPr lang="en-IN" dirty="0"/>
              <a:t>Logging using Log4J for maintainability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586896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71</TotalTime>
  <Words>694</Words>
  <Application>Microsoft Office PowerPoint</Application>
  <PresentationFormat>On-screen Show (4:3)</PresentationFormat>
  <Paragraphs>168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Trebuchet MS</vt:lpstr>
      <vt:lpstr>Wingdings 3</vt:lpstr>
      <vt:lpstr>Facet</vt:lpstr>
      <vt:lpstr>              RevConnect </vt:lpstr>
      <vt:lpstr>Project Vision &amp; Objective</vt:lpstr>
      <vt:lpstr>System Architecture Overview</vt:lpstr>
      <vt:lpstr>Technology Stack</vt:lpstr>
      <vt:lpstr>Database &amp; ERD Design</vt:lpstr>
      <vt:lpstr>ER Diagram</vt:lpstr>
      <vt:lpstr>Module 1: Login &amp; Authentication</vt:lpstr>
      <vt:lpstr>Authentication Flow</vt:lpstr>
      <vt:lpstr>Module 2: Post &amp; Feed Management</vt:lpstr>
      <vt:lpstr>Feed Personalization Logic</vt:lpstr>
      <vt:lpstr>Module 3: Connection Management</vt:lpstr>
      <vt:lpstr>Connection Workflow</vt:lpstr>
      <vt:lpstr>Module 4: Notification System</vt:lpstr>
      <vt:lpstr>Notification Architecture</vt:lpstr>
      <vt:lpstr>Module 5: Business Analytics</vt:lpstr>
      <vt:lpstr>Analytics Calculation Logic</vt:lpstr>
      <vt:lpstr>Security &amp; Data Protection</vt:lpstr>
      <vt:lpstr>Testing Strategy</vt:lpstr>
      <vt:lpstr>Logging &amp; Monitoring</vt:lpstr>
      <vt:lpstr>Definition of Done &amp; Deliverables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Madumitha S</cp:lastModifiedBy>
  <cp:revision>2</cp:revision>
  <dcterms:created xsi:type="dcterms:W3CDTF">2013-01-27T09:14:16Z</dcterms:created>
  <dcterms:modified xsi:type="dcterms:W3CDTF">2026-02-26T15:55:10Z</dcterms:modified>
  <cp:category/>
</cp:coreProperties>
</file>